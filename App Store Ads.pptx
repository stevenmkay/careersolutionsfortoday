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3041"/>
    <a:srgbClr val="072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06" y="1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1B7C-CF78-34BE-32FF-368091D29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C1EB3F-2411-7D93-C0D0-BC63F2205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C77EB-78AA-528A-55CD-0FD0A2EFB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CC3E-8CC3-49A8-804E-8A6604D1B80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62BB4-7B66-F276-D83B-87E98C4A6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F9A50-3F60-3665-34C9-83741E69C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526E2-DD8D-4D78-8F56-8AC8A4B14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3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098D7-CE79-AAE6-9E07-003B9EDA2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7C3FF-7E21-2BD0-B307-0F7A9FC8D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C5FC9-9564-8A09-E941-C3ABCD28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CC3E-8CC3-49A8-804E-8A6604D1B80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FCB61-2C1C-6251-2E03-313E9473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67D30-6F69-86B3-D32D-556430730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526E2-DD8D-4D78-8F56-8AC8A4B14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93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FEA75-610E-4159-6F12-34F6FBDCB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DDF50-D26D-A772-69A8-B451F7026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F5F1C-BDD1-551C-4DC4-0A42CC3A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CC3E-8CC3-49A8-804E-8A6604D1B80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5FAAB-F3C1-0E9E-7032-EEBB0BFB1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8D3B3-B4CD-7B10-C6F1-4517871A5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526E2-DD8D-4D78-8F56-8AC8A4B14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0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CCAA3-5795-2984-1A99-28D3070D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3D35E-34F0-7439-9079-DAD229FC1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56E0F-89A8-512C-BCA8-7C12EF59D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36796-5AF7-982D-941D-A8163FDA5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CC3E-8CC3-49A8-804E-8A6604D1B80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F39D8-E269-EA07-42A5-3DD47EEB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F5F0E-0454-808C-1C8F-4FDBB44F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526E2-DD8D-4D78-8F56-8AC8A4B14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37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FBA1-D696-6027-4A74-0E911F6D4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B7D9B-729D-C8AC-B9C8-EF68276F6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C37E5-DAA9-1423-A347-90EE8DB7B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755BF-0766-8E4C-3E85-2C8C8B057F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F17F6-9226-A13D-9C65-FB0FAD1FD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C1E805-F6B2-334F-F0F3-C01BF5BBC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CC3E-8CC3-49A8-804E-8A6604D1B80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18E874-54B4-C5DD-DEBC-B70AA7BFF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7D8E0-2643-C6AC-E6B3-0FBC76089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526E2-DD8D-4D78-8F56-8AC8A4B14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72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67B20-2C48-C3A9-5374-F37DF09CE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3054F3-2457-D98E-CF6F-BFF995E02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CC3E-8CC3-49A8-804E-8A6604D1B80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9DBE36-6B41-48C4-11F7-7306E40A8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7877AB-18DD-DB95-6196-C57BFAE3C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526E2-DD8D-4D78-8F56-8AC8A4B14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67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B86B2-1CFE-0620-C574-FEB653160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CC3E-8CC3-49A8-804E-8A6604D1B80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D1604F-4652-78F7-4C93-19CDED76F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847FD-7037-9E34-FE02-7251B19FC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526E2-DD8D-4D78-8F56-8AC8A4B14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8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1556B-0996-DCA0-A3E0-F99179929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F1232-4524-BAA0-3D06-1AD98D8B8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BC2A9-3131-5CB4-0468-61BB63EDE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77798-821E-95BB-C380-40FA6497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CC3E-8CC3-49A8-804E-8A6604D1B80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9CB99-E9E5-330B-8D8C-80D84C45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B8C7E-E0DD-5954-4333-61015A43C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526E2-DD8D-4D78-8F56-8AC8A4B14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32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EA6FD-C60F-583B-F6BA-EEF435963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120B55-A567-6EFD-4040-7D60E4DDAC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6B1670-F6D7-7DE8-C3B1-52C5BCDF8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B3C68-5EE0-F9C8-08DC-3AE580CB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CC3E-8CC3-49A8-804E-8A6604D1B80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30141-AF4F-B1DD-B27F-374216F61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3D73C-07B6-F071-3C2D-D08350B7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526E2-DD8D-4D78-8F56-8AC8A4B14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50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089CA-A429-48DB-C1C0-9D78B8687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12EB6-2E2D-B13D-14BA-88B185FF9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D1312-AE42-5985-9091-0327FD1D9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CC3E-8CC3-49A8-804E-8A6604D1B80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C60D3-A9B7-74F0-2D15-9F548014C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F5D00-7223-56F1-89D1-8579A41E5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526E2-DD8D-4D78-8F56-8AC8A4B14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5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4F8738-7FF3-9171-07D8-727B6E686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26A10E-2991-7ED4-12A8-12ADD2123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3A07B-2F66-32F9-4506-CF13F24E1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CC3E-8CC3-49A8-804E-8A6604D1B80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392DB-07A9-9864-ED17-EB5755FE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0CA94-0CAF-438E-F4EC-6C121F03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526E2-DD8D-4D78-8F56-8AC8A4B14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8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19F620-2D07-3236-43EA-DDB6BF4F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3BA98-79C1-93FB-8425-03ED925D7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991C0-D8F7-ADD4-3C3D-B3CA0FC4D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F1CC3E-8CC3-49A8-804E-8A6604D1B80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43B19-6E84-0843-4CC1-8185B7AA4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63295-C315-040F-72DA-1F294CA17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0526E2-DD8D-4D78-8F56-8AC8A4B14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50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A8755A-4548-FF22-9BC2-81D3B4F89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047750"/>
            <a:ext cx="97536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36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622CE-D878-6CA4-40B7-72F030852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A7BA85-E80F-45F7-767C-76DA9F9E55DF}"/>
              </a:ext>
            </a:extLst>
          </p:cNvPr>
          <p:cNvSpPr/>
          <p:nvPr/>
        </p:nvSpPr>
        <p:spPr>
          <a:xfrm>
            <a:off x="1113138" y="673443"/>
            <a:ext cx="9965724" cy="722870"/>
          </a:xfrm>
          <a:prstGeom prst="rect">
            <a:avLst/>
          </a:prstGeom>
          <a:gradFill flip="none" rotWithShape="1">
            <a:gsLst>
              <a:gs pos="53000">
                <a:srgbClr val="0A2C3B"/>
              </a:gs>
              <a:gs pos="0">
                <a:srgbClr val="0B3041"/>
              </a:gs>
              <a:gs pos="97000">
                <a:srgbClr val="07202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C91D3D-D7CA-1265-9EA8-EF0299B12224}"/>
              </a:ext>
            </a:extLst>
          </p:cNvPr>
          <p:cNvSpPr/>
          <p:nvPr/>
        </p:nvSpPr>
        <p:spPr>
          <a:xfrm>
            <a:off x="1113138" y="1396313"/>
            <a:ext cx="9965724" cy="385234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0AA2036-D226-B3E8-0A68-2B467C64EA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852"/>
          <a:stretch>
            <a:fillRect/>
          </a:stretch>
        </p:blipFill>
        <p:spPr>
          <a:xfrm rot="21193373">
            <a:off x="6380497" y="1058288"/>
            <a:ext cx="3368535" cy="3827918"/>
          </a:xfrm>
          <a:prstGeom prst="roundRect">
            <a:avLst>
              <a:gd name="adj" fmla="val 511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368300" sx="104000" sy="104000" algn="ctr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5C6623-0E32-8488-2B2F-C59859AB92B2}"/>
              </a:ext>
            </a:extLst>
          </p:cNvPr>
          <p:cNvSpPr txBox="1"/>
          <p:nvPr/>
        </p:nvSpPr>
        <p:spPr>
          <a:xfrm>
            <a:off x="1176528" y="1359408"/>
            <a:ext cx="49438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07202B"/>
                </a:solidFill>
              </a:rPr>
              <a:t>Build the resume and plan that </a:t>
            </a:r>
            <a:r>
              <a:rPr lang="en-US" sz="4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gets interviews.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CBA8BB-C7E7-286F-71AA-C022AFC5A3E1}"/>
              </a:ext>
            </a:extLst>
          </p:cNvPr>
          <p:cNvSpPr txBox="1"/>
          <p:nvPr/>
        </p:nvSpPr>
        <p:spPr>
          <a:xfrm>
            <a:off x="1221155" y="3651938"/>
            <a:ext cx="73273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AI-powered resume builder and storage with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Smart suggestions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ATS ready templates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Resume to job match scores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Shareable online links to highlight your skills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A06E9A-3C46-FE43-6598-D1313ADD3A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340"/>
          <a:stretch>
            <a:fillRect/>
          </a:stretch>
        </p:blipFill>
        <p:spPr>
          <a:xfrm rot="722510">
            <a:off x="8102038" y="2673865"/>
            <a:ext cx="2709645" cy="2239425"/>
          </a:xfrm>
          <a:prstGeom prst="roundRect">
            <a:avLst>
              <a:gd name="adj" fmla="val 987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2667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629D49D-80FA-94C6-F8E1-E58ECBE51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347" y="737616"/>
            <a:ext cx="590990" cy="60797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D33C0F1-35D8-CC23-2D87-1DAA1B4E7E86}"/>
              </a:ext>
            </a:extLst>
          </p:cNvPr>
          <p:cNvSpPr txBox="1"/>
          <p:nvPr/>
        </p:nvSpPr>
        <p:spPr>
          <a:xfrm>
            <a:off x="1824337" y="742820"/>
            <a:ext cx="73273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Resume Portfolio</a:t>
            </a:r>
          </a:p>
          <a:p>
            <a:r>
              <a:rPr lang="en-US" sz="1400" dirty="0">
                <a:solidFill>
                  <a:schemeClr val="bg1"/>
                </a:solidFill>
              </a:rPr>
              <a:t>Powered by Career Solutions for Today</a:t>
            </a:r>
          </a:p>
        </p:txBody>
      </p:sp>
    </p:spTree>
    <p:extLst>
      <p:ext uri="{BB962C8B-B14F-4D97-AF65-F5344CB8AC3E}">
        <p14:creationId xmlns:p14="http://schemas.microsoft.com/office/powerpoint/2010/main" val="1376062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054A2-B18F-5CFE-5F6E-E5C28F09C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EB8564-CFF2-3C79-D53F-480AFEC21A60}"/>
              </a:ext>
            </a:extLst>
          </p:cNvPr>
          <p:cNvSpPr/>
          <p:nvPr/>
        </p:nvSpPr>
        <p:spPr>
          <a:xfrm>
            <a:off x="1113138" y="673442"/>
            <a:ext cx="9965724" cy="45752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0791219-C55E-AE64-DE5C-C06E06A789E5}"/>
              </a:ext>
            </a:extLst>
          </p:cNvPr>
          <p:cNvGrpSpPr/>
          <p:nvPr/>
        </p:nvGrpSpPr>
        <p:grpSpPr>
          <a:xfrm>
            <a:off x="4722348" y="1421526"/>
            <a:ext cx="2628054" cy="2939627"/>
            <a:chOff x="914848" y="-73501"/>
            <a:chExt cx="2628054" cy="2939627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E1EFB4A-615F-F7E1-9079-DB5DC2793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7898" y="493918"/>
              <a:ext cx="754204" cy="608229"/>
            </a:xfrm>
            <a:prstGeom prst="rect">
              <a:avLst/>
            </a:prstGeom>
          </p:spPr>
        </p:pic>
        <p:pic>
          <p:nvPicPr>
            <p:cNvPr id="20" name="Graphic 19" descr="Paper with solid fill">
              <a:extLst>
                <a:ext uri="{FF2B5EF4-FFF2-40B4-BE49-F238E27FC236}">
                  <a16:creationId xmlns:a16="http://schemas.microsoft.com/office/drawing/2014/main" id="{EAEE6E44-7892-847D-9DF5-9BAD25FF45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250" t="4646" r="13250" b="4997"/>
            <a:stretch>
              <a:fillRect/>
            </a:stretch>
          </p:blipFill>
          <p:spPr>
            <a:xfrm>
              <a:off x="914848" y="-73501"/>
              <a:ext cx="2628054" cy="2939627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1C1C6E-8F8F-21C8-2E67-980FE7349D0C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494263" y="1320265"/>
              <a:ext cx="1476587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ABF3545-25BA-2261-0341-54AE7C7D88D8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494263" y="1574264"/>
              <a:ext cx="1476587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7D40EB6-E678-8235-210B-80E11E8A9157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494263" y="1828263"/>
              <a:ext cx="1476587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A7B455B-5EDF-BB3B-D0F9-AD040470EC06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494263" y="2082262"/>
              <a:ext cx="1476587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78B062F-ABDA-6422-6ED3-4D3B7876F3B2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494263" y="2336261"/>
              <a:ext cx="1476587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1788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604BB-6B77-178D-0AE7-5EE2194D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F61EDB-3FEC-32AC-8388-B5B12FC6D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641" y="1714412"/>
            <a:ext cx="9112718" cy="342917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9D8BF8-F357-6A35-B0D0-37F22EDFF504}"/>
              </a:ext>
            </a:extLst>
          </p:cNvPr>
          <p:cNvSpPr/>
          <p:nvPr/>
        </p:nvSpPr>
        <p:spPr>
          <a:xfrm>
            <a:off x="1650380" y="4326673"/>
            <a:ext cx="8794596" cy="698810"/>
          </a:xfrm>
          <a:prstGeom prst="round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E7A0C3-9C18-C243-BA23-FE7F080E6CC2}"/>
              </a:ext>
            </a:extLst>
          </p:cNvPr>
          <p:cNvSpPr/>
          <p:nvPr/>
        </p:nvSpPr>
        <p:spPr>
          <a:xfrm>
            <a:off x="8513805" y="1804089"/>
            <a:ext cx="576046" cy="491520"/>
          </a:xfrm>
          <a:prstGeom prst="round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74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40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Kay</dc:creator>
  <cp:lastModifiedBy>Steven Kay</cp:lastModifiedBy>
  <cp:revision>4</cp:revision>
  <dcterms:created xsi:type="dcterms:W3CDTF">2026-04-22T19:27:54Z</dcterms:created>
  <dcterms:modified xsi:type="dcterms:W3CDTF">2026-04-23T18:55:28Z</dcterms:modified>
</cp:coreProperties>
</file>