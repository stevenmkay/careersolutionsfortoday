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96" y="1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 ($M)</c:v>
                </c:pt>
              </c:strCache>
            </c:strRef>
          </c:tx>
          <c:spPr>
            <a:solidFill>
              <a:srgbClr val="C8D3E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Q3 '25</c:v>
                </c:pt>
                <c:pt idx="1">
                  <c:v>Q4 '25</c:v>
                </c:pt>
                <c:pt idx="2">
                  <c:v>Q1 '26</c:v>
                </c:pt>
                <c:pt idx="3">
                  <c:v>Q2 '26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11</c:v>
                </c:pt>
                <c:pt idx="2">
                  <c:v>11.5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70-4327-B18C-DA9684028B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($M)</c:v>
                </c:pt>
              </c:strCache>
            </c:strRef>
          </c:tx>
          <c:spPr>
            <a:solidFill>
              <a:srgbClr val="005EB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Q3 '25</c:v>
                </c:pt>
                <c:pt idx="1">
                  <c:v>Q4 '25</c:v>
                </c:pt>
                <c:pt idx="2">
                  <c:v>Q1 '26</c:v>
                </c:pt>
                <c:pt idx="3">
                  <c:v>Q2 '26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9.6</c:v>
                </c:pt>
                <c:pt idx="1">
                  <c:v>11.4</c:v>
                </c:pt>
                <c:pt idx="2">
                  <c:v>11.9</c:v>
                </c:pt>
                <c:pt idx="3">
                  <c:v>12.4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70-4327-B18C-DA9684028B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34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{{KICKER}}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{{SUBTITLE}}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{{BADGE}}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Snapshot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the tiles anywhere in PowerPoint — the fill demo finds {{TOKEN}} by name, not position.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600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
</a:t>
            </a:r>
            <a:r>
              <a:rPr lang="en-US" sz="2200" b="1" dirty="0">
                <a:solidFill>
                  <a:srgbClr val="1B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{{REVENUE}}
</a:t>
            </a:r>
            <a:r>
              <a:rPr lang="en-US" sz="1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{{REVENUE_DELTA}}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48840" y="2148840"/>
            <a:ext cx="1600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ATTAINMENT
</a:t>
            </a:r>
            <a:r>
              <a:rPr lang="en-US" sz="2200" b="1" dirty="0">
                <a:solidFill>
                  <a:srgbClr val="1B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{{PLAN_ATTAINMENT}}
</a:t>
            </a:r>
            <a:r>
              <a:rPr lang="en-US" sz="1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{{PLAN_ATTAINMENT_DELTA}}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1600200" cy="914400"/>
          </a:xfrm>
          <a:prstGeom prst="rect">
            <a:avLst/>
          </a:prstGeom>
          <a:solidFill>
            <a:srgbClr val="F5F8FC"/>
          </a:solidFill>
          <a:ln w="6350">
            <a:solidFill>
              <a:srgbClr val="C8D3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
</a:t>
            </a:r>
            <a:r>
              <a:rPr lang="en-US" sz="2200" b="1" dirty="0">
                <a:solidFill>
                  <a:srgbClr val="1B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{{PIPELINE}}
</a:t>
            </a:r>
            <a:r>
              <a:rPr lang="en-US" sz="1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{{PIPELINE_DELTA}}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48840" y="3200400"/>
            <a:ext cx="1600200" cy="914400"/>
          </a:xfrm>
          <a:prstGeom prst="rect">
            <a:avLst/>
          </a:prstGeom>
          <a:solidFill>
            <a:srgbClr val="F5F8FC"/>
          </a:solidFill>
          <a:ln w="6350">
            <a:solidFill>
              <a:srgbClr val="C8D3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
</a:t>
            </a:r>
            <a:r>
              <a:rPr lang="en-US" sz="2200" b="1" dirty="0">
                <a:solidFill>
                  <a:srgbClr val="1B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{{WIN_RATE}}
</a:t>
            </a:r>
            <a:r>
              <a:rPr lang="en-US" sz="1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{{WIN_RATE_DELTA}}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Quarterly Sales vs. Plan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18288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Charts aren't tokenized — their data lives in an embedded spreadsheet (see method 3 notes).</a:t>
            </a:r>
            <a:endParaRPr lang="en-US" sz="9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4572000" y="2103120"/>
          <a:ext cx="6858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029200"/>
          <a:ext cx="11247120" cy="1280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Period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 Period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{{ROW1_METRIC}}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{{ROW1_CURRENT}}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{{ROW1_PRIOR}}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{{ROW1_VARIANCE}}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{{ROW1_NOTES}}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{{ROW2_METRIC}}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{{ROW2_CURRENT}}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{{ROW2_PRIOR}}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{{ROW2_VARIANCE}}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{{ROW2_NOTES}}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{{ROW3_METRIC}}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{{ROW3_CURRENT}}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{{ROW3_PRIOR}}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{{ROW3_VARIANCE}}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{{ROW3_NOTES}}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{{ROW4_METRIC}}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{{ROW4_CURRENT}}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{{ROW4_PRIOR}}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{{ROW4_VARIANCE}}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{{ROW4_NOTES}}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{{PAGE_LABEL}}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Microsoft Office PowerPoint</Application>
  <PresentationFormat>Widescreen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Steven Kay</cp:lastModifiedBy>
  <cp:revision>1</cp:revision>
  <dcterms:created xsi:type="dcterms:W3CDTF">2026-06-20T23:35:03Z</dcterms:created>
  <dcterms:modified xsi:type="dcterms:W3CDTF">2026-06-20T23:36:04Z</dcterms:modified>
</cp:coreProperties>
</file>