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9" r:id="rId2"/>
    <p:sldId id="258" r:id="rId3"/>
  </p:sldIdLst>
  <p:sldSz cx="7772400" cy="10058400"/>
  <p:notesSz cx="6858000" cy="9144000"/>
  <p:embeddedFontLst>
    <p:embeddedFont>
      <p:font typeface="Play" panose="020B0604020202020204" charset="0"/>
      <p:regular r:id="rId5"/>
      <p:bold r:id="rId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" roundtripDataSignature="AMtx7mi8UkjjgTBc+PTGGqSjflm7zXvw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235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customschemas.google.com/relationships/presentationmetadata" Target="metadata"/><Relationship Id="rId4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3438" y="685800"/>
            <a:ext cx="26511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100"/>
              <a:buFont typeface="Play"/>
              <a:buNone/>
              <a:defRPr sz="5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040"/>
              <a:buNone/>
              <a:defRPr sz="2040"/>
            </a:lvl1pPr>
            <a:lvl2pPr lvl="1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/>
            </a:lvl2pPr>
            <a:lvl3pPr lvl="2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530"/>
            </a:lvl3pPr>
            <a:lvl4pPr lvl="3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0"/>
              <a:buNone/>
              <a:defRPr sz="1360"/>
            </a:lvl4pPr>
            <a:lvl5pPr lvl="4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0"/>
              <a:buNone/>
              <a:defRPr sz="1360"/>
            </a:lvl5pPr>
            <a:lvl6pPr lvl="5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0"/>
              <a:buNone/>
              <a:defRPr sz="1360"/>
            </a:lvl6pPr>
            <a:lvl7pPr lvl="6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0"/>
              <a:buNone/>
              <a:defRPr sz="1360"/>
            </a:lvl7pPr>
            <a:lvl8pPr lvl="7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0"/>
              <a:buNone/>
              <a:defRPr sz="1360"/>
            </a:lvl8pPr>
            <a:lvl9pPr lvl="8" algn="ctr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0"/>
              <a:buNone/>
              <a:defRPr sz="136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100"/>
              <a:buFont typeface="Play"/>
              <a:buNone/>
              <a:defRPr sz="5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rgbClr val="757575"/>
              </a:buClr>
              <a:buSzPts val="2040"/>
              <a:buNone/>
              <a:defRPr sz="204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757575"/>
              </a:buClr>
              <a:buSzPts val="1700"/>
              <a:buNone/>
              <a:defRPr sz="17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757575"/>
              </a:buClr>
              <a:buSzPts val="1530"/>
              <a:buNone/>
              <a:defRPr sz="153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757575"/>
              </a:buClr>
              <a:buSzPts val="1360"/>
              <a:buNone/>
              <a:defRPr sz="136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757575"/>
              </a:buClr>
              <a:buSzPts val="1360"/>
              <a:buNone/>
              <a:defRPr sz="136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757575"/>
              </a:buClr>
              <a:buSzPts val="1360"/>
              <a:buNone/>
              <a:defRPr sz="136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757575"/>
              </a:buClr>
              <a:buSzPts val="1360"/>
              <a:buNone/>
              <a:defRPr sz="136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757575"/>
              </a:buClr>
              <a:buSzPts val="1360"/>
              <a:buNone/>
              <a:defRPr sz="136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rgbClr val="757575"/>
              </a:buClr>
              <a:buSzPts val="1360"/>
              <a:buNone/>
              <a:defRPr sz="136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534353" y="2677584"/>
            <a:ext cx="3303270" cy="638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3934778" y="2677584"/>
            <a:ext cx="3303270" cy="638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040"/>
              <a:buNone/>
              <a:defRPr sz="2040" b="1"/>
            </a:lvl1pPr>
            <a:lvl2pPr marL="914400" lvl="1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 b="1"/>
            </a:lvl2pPr>
            <a:lvl3pPr marL="1371600" lvl="2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530" b="1"/>
            </a:lvl3pPr>
            <a:lvl4pPr marL="1828800" lvl="3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0"/>
              <a:buNone/>
              <a:defRPr sz="1360" b="1"/>
            </a:lvl4pPr>
            <a:lvl5pPr marL="2286000" lvl="4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0"/>
              <a:buNone/>
              <a:defRPr sz="1360" b="1"/>
            </a:lvl5pPr>
            <a:lvl6pPr marL="2743200" lvl="5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0"/>
              <a:buNone/>
              <a:defRPr sz="1360" b="1"/>
            </a:lvl6pPr>
            <a:lvl7pPr marL="3200400" lvl="6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0"/>
              <a:buNone/>
              <a:defRPr sz="1360" b="1"/>
            </a:lvl7pPr>
            <a:lvl8pPr marL="3657600" lvl="7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0"/>
              <a:buNone/>
              <a:defRPr sz="1360" b="1"/>
            </a:lvl8pPr>
            <a:lvl9pPr marL="4114800" lvl="8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0"/>
              <a:buNone/>
              <a:defRPr sz="1360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535366" y="3674110"/>
            <a:ext cx="3288089" cy="540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3934778" y="2465706"/>
            <a:ext cx="3304282" cy="120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040"/>
              <a:buNone/>
              <a:defRPr sz="2040" b="1"/>
            </a:lvl1pPr>
            <a:lvl2pPr marL="914400" lvl="1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 sz="1700" b="1"/>
            </a:lvl2pPr>
            <a:lvl3pPr marL="1371600" lvl="2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530" b="1"/>
            </a:lvl3pPr>
            <a:lvl4pPr marL="1828800" lvl="3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0"/>
              <a:buNone/>
              <a:defRPr sz="1360" b="1"/>
            </a:lvl4pPr>
            <a:lvl5pPr marL="2286000" lvl="4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0"/>
              <a:buNone/>
              <a:defRPr sz="1360" b="1"/>
            </a:lvl5pPr>
            <a:lvl6pPr marL="2743200" lvl="5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0"/>
              <a:buNone/>
              <a:defRPr sz="1360" b="1"/>
            </a:lvl6pPr>
            <a:lvl7pPr marL="3200400" lvl="6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0"/>
              <a:buNone/>
              <a:defRPr sz="1360" b="1"/>
            </a:lvl7pPr>
            <a:lvl8pPr marL="3657600" lvl="7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0"/>
              <a:buNone/>
              <a:defRPr sz="1360" b="1"/>
            </a:lvl8pPr>
            <a:lvl9pPr marL="4114800" lvl="8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360"/>
              <a:buNone/>
              <a:defRPr sz="1360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3934778" y="3674110"/>
            <a:ext cx="3304282" cy="540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20"/>
              <a:buFont typeface="Play"/>
              <a:buNone/>
              <a:defRPr sz="272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3304282" y="1448226"/>
            <a:ext cx="3934778" cy="714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1320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720"/>
              <a:buChar char="•"/>
              <a:defRPr sz="2720"/>
            </a:lvl1pPr>
            <a:lvl2pPr marL="914400" lvl="1" indent="-37973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380"/>
              <a:buChar char="•"/>
              <a:defRPr sz="2380"/>
            </a:lvl2pPr>
            <a:lvl3pPr marL="1371600" lvl="2" indent="-358139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0"/>
              <a:buChar char="•"/>
              <a:defRPr sz="2040"/>
            </a:lvl3pPr>
            <a:lvl4pPr marL="1828800" lvl="3" indent="-33655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4pPr>
            <a:lvl5pPr marL="2286000" lvl="4" indent="-33655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5pPr>
            <a:lvl6pPr marL="2743200" lvl="5" indent="-33655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6pPr>
            <a:lvl7pPr marL="3200400" lvl="6" indent="-33655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7pPr>
            <a:lvl8pPr marL="3657600" lvl="7" indent="-33655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8pPr>
            <a:lvl9pPr marL="4114800" lvl="8" indent="-33655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  <a:defRPr sz="17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535365" y="3017520"/>
            <a:ext cx="2506801" cy="559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360"/>
              <a:buNone/>
              <a:defRPr sz="1360"/>
            </a:lvl1pPr>
            <a:lvl2pPr marL="914400" lvl="1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190"/>
              <a:buNone/>
              <a:defRPr sz="1190"/>
            </a:lvl2pPr>
            <a:lvl3pPr marL="1371600" lvl="2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020"/>
              <a:buNone/>
              <a:defRPr sz="1020"/>
            </a:lvl3pPr>
            <a:lvl4pPr marL="1828800" lvl="3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850"/>
              <a:buNone/>
              <a:defRPr sz="850"/>
            </a:lvl4pPr>
            <a:lvl5pPr marL="2286000" lvl="4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850"/>
              <a:buNone/>
              <a:defRPr sz="850"/>
            </a:lvl5pPr>
            <a:lvl6pPr marL="2743200" lvl="5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850"/>
              <a:buNone/>
              <a:defRPr sz="850"/>
            </a:lvl6pPr>
            <a:lvl7pPr marL="3200400" lvl="6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850"/>
              <a:buNone/>
              <a:defRPr sz="850"/>
            </a:lvl7pPr>
            <a:lvl8pPr marL="3657600" lvl="7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850"/>
              <a:buNone/>
              <a:defRPr sz="850"/>
            </a:lvl8pPr>
            <a:lvl9pPr marL="4114800" lvl="8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850"/>
              <a:buNone/>
              <a:defRPr sz="85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20"/>
              <a:buFont typeface="Play"/>
              <a:buNone/>
              <a:defRPr sz="272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3304282" y="1448226"/>
            <a:ext cx="3934778" cy="7147983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535365" y="3017520"/>
            <a:ext cx="2506801" cy="559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360"/>
              <a:buNone/>
              <a:defRPr sz="1360"/>
            </a:lvl1pPr>
            <a:lvl2pPr marL="914400" lvl="1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190"/>
              <a:buNone/>
              <a:defRPr sz="1190"/>
            </a:lvl2pPr>
            <a:lvl3pPr marL="1371600" lvl="2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020"/>
              <a:buNone/>
              <a:defRPr sz="1020"/>
            </a:lvl3pPr>
            <a:lvl4pPr marL="1828800" lvl="3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850"/>
              <a:buNone/>
              <a:defRPr sz="850"/>
            </a:lvl4pPr>
            <a:lvl5pPr marL="2286000" lvl="4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850"/>
              <a:buNone/>
              <a:defRPr sz="850"/>
            </a:lvl5pPr>
            <a:lvl6pPr marL="2743200" lvl="5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850"/>
              <a:buNone/>
              <a:defRPr sz="850"/>
            </a:lvl6pPr>
            <a:lvl7pPr marL="3200400" lvl="6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850"/>
              <a:buNone/>
              <a:defRPr sz="850"/>
            </a:lvl7pPr>
            <a:lvl8pPr marL="3657600" lvl="7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850"/>
              <a:buNone/>
              <a:defRPr sz="850"/>
            </a:lvl8pPr>
            <a:lvl9pPr marL="4114800" lvl="8" indent="-2286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850"/>
              <a:buNone/>
              <a:defRPr sz="85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695219" y="2516718"/>
            <a:ext cx="6381962" cy="6703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2138071" y="3959569"/>
            <a:ext cx="8524029" cy="1675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-1262353" y="2332223"/>
            <a:ext cx="8524029" cy="4930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40"/>
              <a:buFont typeface="Play"/>
              <a:buNone/>
              <a:defRPr sz="374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79730" algn="l" rtl="0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380"/>
              <a:buFont typeface="Arial"/>
              <a:buChar char="•"/>
              <a:defRPr sz="238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8140" algn="l" rtl="0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  <a:defRPr sz="204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6550" algn="l" rtl="0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5755" algn="l" rtl="0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0"/>
              <a:buFont typeface="Arial"/>
              <a:buChar char="•"/>
              <a:defRPr sz="153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5754" algn="l" rtl="0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0"/>
              <a:buFont typeface="Arial"/>
              <a:buChar char="•"/>
              <a:defRPr sz="153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5754" algn="l" rtl="0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0"/>
              <a:buFont typeface="Arial"/>
              <a:buChar char="•"/>
              <a:defRPr sz="153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5754" algn="l" rtl="0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0"/>
              <a:buFont typeface="Arial"/>
              <a:buChar char="•"/>
              <a:defRPr sz="153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5754" algn="l" rtl="0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0"/>
              <a:buFont typeface="Arial"/>
              <a:buChar char="•"/>
              <a:defRPr sz="153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5754" algn="l" rtl="0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0"/>
              <a:buFont typeface="Arial"/>
              <a:buChar char="•"/>
              <a:defRPr sz="153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2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2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2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02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02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02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02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02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02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02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02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EEFE9-C892-783C-614B-FE9244D1F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21DD5E-C613-C00F-CB32-58F9838F5DDC}"/>
              </a:ext>
            </a:extLst>
          </p:cNvPr>
          <p:cNvSpPr/>
          <p:nvPr/>
        </p:nvSpPr>
        <p:spPr>
          <a:xfrm>
            <a:off x="-1" y="1198650"/>
            <a:ext cx="3082339" cy="87593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2272880-98EC-51EA-9033-EAD873BAAE0F}"/>
              </a:ext>
            </a:extLst>
          </p:cNvPr>
          <p:cNvSpPr/>
          <p:nvPr/>
        </p:nvSpPr>
        <p:spPr>
          <a:xfrm>
            <a:off x="227844" y="2243519"/>
            <a:ext cx="274320" cy="2743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A blue and black logo&#10;&#10;Description automatically generated">
            <a:extLst>
              <a:ext uri="{FF2B5EF4-FFF2-40B4-BE49-F238E27FC236}">
                <a16:creationId xmlns:a16="http://schemas.microsoft.com/office/drawing/2014/main" id="{3A7CD295-7F57-7867-E8DE-802017F4F806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708" y="2294479"/>
            <a:ext cx="164592" cy="164592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93822E67-B20A-9F6F-0A06-CB6F841F522E}"/>
              </a:ext>
            </a:extLst>
          </p:cNvPr>
          <p:cNvSpPr/>
          <p:nvPr/>
        </p:nvSpPr>
        <p:spPr>
          <a:xfrm>
            <a:off x="225743" y="1913423"/>
            <a:ext cx="274320" cy="2743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Graphic 18" descr="Marker with solid fill">
            <a:extLst>
              <a:ext uri="{FF2B5EF4-FFF2-40B4-BE49-F238E27FC236}">
                <a16:creationId xmlns:a16="http://schemas.microsoft.com/office/drawing/2014/main" id="{EFCB83F0-989A-17E9-01D2-A5C08902D9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610" y="1917403"/>
            <a:ext cx="274320" cy="274320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24C671C0-A0B8-3E11-A5EA-9C14F5F94EF3}"/>
              </a:ext>
            </a:extLst>
          </p:cNvPr>
          <p:cNvSpPr/>
          <p:nvPr/>
        </p:nvSpPr>
        <p:spPr>
          <a:xfrm>
            <a:off x="218700" y="1265515"/>
            <a:ext cx="274320" cy="2743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phic 19" descr="Receiver with solid fill">
            <a:extLst>
              <a:ext uri="{FF2B5EF4-FFF2-40B4-BE49-F238E27FC236}">
                <a16:creationId xmlns:a16="http://schemas.microsoft.com/office/drawing/2014/main" id="{2A04A508-FA3F-9CC2-D161-A05DDC4078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4420" y="1311865"/>
            <a:ext cx="182880" cy="18288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734DC452-225A-4CB8-F3BA-A289665915C6}"/>
              </a:ext>
            </a:extLst>
          </p:cNvPr>
          <p:cNvSpPr/>
          <p:nvPr/>
        </p:nvSpPr>
        <p:spPr>
          <a:xfrm>
            <a:off x="221182" y="1590727"/>
            <a:ext cx="274320" cy="2743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Open envelope with solid fill">
            <a:extLst>
              <a:ext uri="{FF2B5EF4-FFF2-40B4-BE49-F238E27FC236}">
                <a16:creationId xmlns:a16="http://schemas.microsoft.com/office/drawing/2014/main" id="{0214EA2F-5419-DBFE-90B2-12017F9760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4420" y="1636447"/>
            <a:ext cx="182880" cy="18288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68B956D-E6D6-02BE-2FD9-B8832986FAEB}"/>
              </a:ext>
            </a:extLst>
          </p:cNvPr>
          <p:cNvSpPr/>
          <p:nvPr/>
        </p:nvSpPr>
        <p:spPr>
          <a:xfrm>
            <a:off x="538122" y="1248782"/>
            <a:ext cx="1854200" cy="32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{Phone}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B98D5BC-0617-183D-2BE6-6ABE4DF18D9E}"/>
              </a:ext>
            </a:extLst>
          </p:cNvPr>
          <p:cNvSpPr/>
          <p:nvPr/>
        </p:nvSpPr>
        <p:spPr>
          <a:xfrm>
            <a:off x="538122" y="1560067"/>
            <a:ext cx="1854200" cy="32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{Email}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29E771-560A-C2C4-4966-817DF8626BFE}"/>
              </a:ext>
            </a:extLst>
          </p:cNvPr>
          <p:cNvSpPr/>
          <p:nvPr/>
        </p:nvSpPr>
        <p:spPr>
          <a:xfrm>
            <a:off x="538122" y="1890069"/>
            <a:ext cx="1854200" cy="32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{Address}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DDE225-22DA-0837-3FED-74B4DADFB7BA}"/>
              </a:ext>
            </a:extLst>
          </p:cNvPr>
          <p:cNvSpPr/>
          <p:nvPr/>
        </p:nvSpPr>
        <p:spPr>
          <a:xfrm>
            <a:off x="538122" y="2224122"/>
            <a:ext cx="2546576" cy="32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{LinkedIn}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09C416-626B-56A5-FF7E-10A63E2AB3A5}"/>
              </a:ext>
            </a:extLst>
          </p:cNvPr>
          <p:cNvSpPr/>
          <p:nvPr/>
        </p:nvSpPr>
        <p:spPr>
          <a:xfrm>
            <a:off x="1900237" y="139678"/>
            <a:ext cx="3971925" cy="4814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lang="en-US" sz="4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US" sz="40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5D02F8D-67AB-D953-0164-D2D2653B9189}"/>
              </a:ext>
            </a:extLst>
          </p:cNvPr>
          <p:cNvSpPr/>
          <p:nvPr/>
        </p:nvSpPr>
        <p:spPr>
          <a:xfrm>
            <a:off x="0" y="0"/>
            <a:ext cx="7772400" cy="100450"/>
          </a:xfrm>
          <a:prstGeom prst="rect">
            <a:avLst/>
          </a:prstGeom>
          <a:solidFill>
            <a:srgbClr val="104862"/>
          </a:solidFill>
          <a:ln>
            <a:solidFill>
              <a:srgbClr val="1048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04A1A99-DEF7-D122-944B-720FAE29AEBA}"/>
              </a:ext>
            </a:extLst>
          </p:cNvPr>
          <p:cNvSpPr/>
          <p:nvPr/>
        </p:nvSpPr>
        <p:spPr>
          <a:xfrm>
            <a:off x="0" y="9957950"/>
            <a:ext cx="7772400" cy="100450"/>
          </a:xfrm>
          <a:prstGeom prst="rect">
            <a:avLst/>
          </a:prstGeom>
          <a:solidFill>
            <a:srgbClr val="104862"/>
          </a:solidFill>
          <a:ln>
            <a:solidFill>
              <a:srgbClr val="1048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8DF611D-1D97-C8DA-9062-92B1D1D3D41E}"/>
              </a:ext>
            </a:extLst>
          </p:cNvPr>
          <p:cNvSpPr/>
          <p:nvPr/>
        </p:nvSpPr>
        <p:spPr>
          <a:xfrm>
            <a:off x="3257550" y="1248782"/>
            <a:ext cx="2940275" cy="2956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 STATEMENT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3EF637A-9400-A17F-C255-D08728D0DA9C}"/>
              </a:ext>
            </a:extLst>
          </p:cNvPr>
          <p:cNvSpPr/>
          <p:nvPr/>
        </p:nvSpPr>
        <p:spPr>
          <a:xfrm>
            <a:off x="3257550" y="2886438"/>
            <a:ext cx="2940275" cy="2956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 EXPERIENCE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46E2793-4A42-56E6-7967-59814E44D7E9}"/>
              </a:ext>
            </a:extLst>
          </p:cNvPr>
          <p:cNvCxnSpPr>
            <a:cxnSpLocks/>
          </p:cNvCxnSpPr>
          <p:nvPr/>
        </p:nvCxnSpPr>
        <p:spPr>
          <a:xfrm>
            <a:off x="264420" y="2617247"/>
            <a:ext cx="258673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0282541-0230-5F53-CDC0-D74AAA2FF14D}"/>
              </a:ext>
            </a:extLst>
          </p:cNvPr>
          <p:cNvCxnSpPr>
            <a:cxnSpLocks/>
          </p:cNvCxnSpPr>
          <p:nvPr/>
        </p:nvCxnSpPr>
        <p:spPr>
          <a:xfrm>
            <a:off x="264420" y="6232488"/>
            <a:ext cx="258673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E1CDD3F-7AC6-E171-9953-1D6BAB14BB88}"/>
              </a:ext>
            </a:extLst>
          </p:cNvPr>
          <p:cNvSpPr txBox="1"/>
          <p:nvPr/>
        </p:nvSpPr>
        <p:spPr>
          <a:xfrm>
            <a:off x="3257550" y="1506261"/>
            <a:ext cx="424079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/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{Summary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endParaRPr lang="en-US" sz="11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C59060E-12DD-41B2-C65E-81D05CE51E00}"/>
              </a:ext>
            </a:extLst>
          </p:cNvPr>
          <p:cNvSpPr txBox="1"/>
          <p:nvPr/>
        </p:nvSpPr>
        <p:spPr>
          <a:xfrm>
            <a:off x="3257548" y="3183296"/>
            <a:ext cx="42380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/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{Job1Title} | {Company1Name}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0712C01-7A9B-EAC8-E21D-79BCF5C427E3}"/>
              </a:ext>
            </a:extLst>
          </p:cNvPr>
          <p:cNvSpPr txBox="1"/>
          <p:nvPr/>
        </p:nvSpPr>
        <p:spPr>
          <a:xfrm>
            <a:off x="3260272" y="3419383"/>
            <a:ext cx="42380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{Job1Location</a:t>
            </a: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CityState}</a:t>
            </a: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| {Job1Date}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F0D87DA-ECC3-A75C-D884-949C4D6D3E3B}"/>
              </a:ext>
            </a:extLst>
          </p:cNvPr>
          <p:cNvSpPr txBox="1"/>
          <p:nvPr/>
        </p:nvSpPr>
        <p:spPr>
          <a:xfrm>
            <a:off x="3260272" y="3678304"/>
            <a:ext cx="424079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{Job1Summary}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6D8520C-363A-1302-5288-491F3E4DFF17}"/>
              </a:ext>
            </a:extLst>
          </p:cNvPr>
          <p:cNvSpPr/>
          <p:nvPr/>
        </p:nvSpPr>
        <p:spPr>
          <a:xfrm>
            <a:off x="-1" y="1016274"/>
            <a:ext cx="7772399" cy="18237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1EC4AA4-A77E-16AD-D52D-44255EE7AABD}"/>
              </a:ext>
            </a:extLst>
          </p:cNvPr>
          <p:cNvSpPr txBox="1"/>
          <p:nvPr/>
        </p:nvSpPr>
        <p:spPr>
          <a:xfrm>
            <a:off x="3365047" y="4096167"/>
            <a:ext cx="4133301" cy="964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indent="-171450" algn="just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{Job1Accomplishment1}</a:t>
            </a:r>
          </a:p>
          <a:p>
            <a:pPr marL="171450" indent="-171450" algn="just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{Job1Accomplishment2}</a:t>
            </a:r>
          </a:p>
          <a:p>
            <a:pPr marL="171450" indent="-171450" algn="just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{Job1Accomplishment3}</a:t>
            </a:r>
          </a:p>
          <a:p>
            <a:pPr marL="171450" indent="-171450" algn="just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{Job1Accomplishment4}</a:t>
            </a:r>
          </a:p>
          <a:p>
            <a:pPr marL="171450" indent="-171450" algn="just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{Job1Accomplishment5}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3AA4589-B4AA-5B62-8523-607B6F77E671}"/>
              </a:ext>
            </a:extLst>
          </p:cNvPr>
          <p:cNvCxnSpPr>
            <a:cxnSpLocks/>
          </p:cNvCxnSpPr>
          <p:nvPr/>
        </p:nvCxnSpPr>
        <p:spPr>
          <a:xfrm>
            <a:off x="3365047" y="2839669"/>
            <a:ext cx="402336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ACA8637A-C98D-8FDA-0429-E819FBB96069}"/>
              </a:ext>
            </a:extLst>
          </p:cNvPr>
          <p:cNvSpPr/>
          <p:nvPr/>
        </p:nvSpPr>
        <p:spPr>
          <a:xfrm>
            <a:off x="228306" y="6331405"/>
            <a:ext cx="2632450" cy="2956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EDUCATION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C2D38AE-95D2-0374-DC0B-246A3628BD7E}"/>
              </a:ext>
            </a:extLst>
          </p:cNvPr>
          <p:cNvSpPr txBox="1"/>
          <p:nvPr/>
        </p:nvSpPr>
        <p:spPr>
          <a:xfrm>
            <a:off x="274026" y="6643776"/>
            <a:ext cx="25867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{#education}</a:t>
            </a:r>
          </a:p>
          <a:p>
            <a:pPr marR="0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{Degree}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62C71BC-C3B9-06D8-0021-0B1D56C0D322}"/>
              </a:ext>
            </a:extLst>
          </p:cNvPr>
          <p:cNvSpPr txBox="1"/>
          <p:nvPr/>
        </p:nvSpPr>
        <p:spPr>
          <a:xfrm>
            <a:off x="274026" y="6976905"/>
            <a:ext cx="25867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{school}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B8800B4-42BB-D2DC-ABD2-1AAC5C5822FB}"/>
              </a:ext>
            </a:extLst>
          </p:cNvPr>
          <p:cNvSpPr txBox="1"/>
          <p:nvPr/>
        </p:nvSpPr>
        <p:spPr>
          <a:xfrm>
            <a:off x="274026" y="7142879"/>
            <a:ext cx="25867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/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{year}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2374191-7DC5-9C33-6F7A-29FDDB8223BA}"/>
              </a:ext>
            </a:extLst>
          </p:cNvPr>
          <p:cNvSpPr txBox="1"/>
          <p:nvPr/>
        </p:nvSpPr>
        <p:spPr>
          <a:xfrm>
            <a:off x="292314" y="7373488"/>
            <a:ext cx="2586730" cy="102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{/education}</a:t>
            </a:r>
          </a:p>
          <a:p>
            <a:pPr marR="0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#certifications}</a:t>
            </a:r>
          </a:p>
          <a:p>
            <a:pPr marR="0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{</a:t>
            </a:r>
            <a:r>
              <a:rPr lang="en-US" sz="1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cert_name</a:t>
            </a: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</a:p>
          <a:p>
            <a:pPr marR="0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{</a:t>
            </a:r>
            <a:r>
              <a:rPr lang="en-US" sz="1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cert_issuer</a:t>
            </a: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</a:p>
          <a:p>
            <a:pPr marR="0"/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R="0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{/certifications}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93ED81C-A197-B827-13D0-8038A43CA75A}"/>
              </a:ext>
            </a:extLst>
          </p:cNvPr>
          <p:cNvGrpSpPr/>
          <p:nvPr/>
        </p:nvGrpSpPr>
        <p:grpSpPr>
          <a:xfrm>
            <a:off x="228306" y="2614590"/>
            <a:ext cx="2940275" cy="3768549"/>
            <a:chOff x="218700" y="4846565"/>
            <a:chExt cx="2940275" cy="3768549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E9A5458-0154-5EE6-AC04-F4A379563099}"/>
                </a:ext>
              </a:extLst>
            </p:cNvPr>
            <p:cNvSpPr/>
            <p:nvPr/>
          </p:nvSpPr>
          <p:spPr>
            <a:xfrm>
              <a:off x="218700" y="4846565"/>
              <a:ext cx="2940275" cy="2956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SKILLS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5F7350E-1ADE-F477-E6C8-7914CCF467CF}"/>
                </a:ext>
              </a:extLst>
            </p:cNvPr>
            <p:cNvSpPr txBox="1"/>
            <p:nvPr/>
          </p:nvSpPr>
          <p:spPr>
            <a:xfrm>
              <a:off x="271330" y="5137239"/>
              <a:ext cx="2266130" cy="34778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>
                <a:spcAft>
                  <a:spcPts val="600"/>
                </a:spcAft>
              </a:pPr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{Skill1}</a:t>
              </a:r>
            </a:p>
            <a:p>
              <a:pPr>
                <a:spcAft>
                  <a:spcPts val="600"/>
                </a:spcAft>
              </a:pPr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{Skill2}</a:t>
              </a:r>
            </a:p>
            <a:p>
              <a:pPr>
                <a:spcAft>
                  <a:spcPts val="600"/>
                </a:spcAft>
              </a:pPr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{Skill3}</a:t>
              </a:r>
            </a:p>
            <a:p>
              <a:pPr>
                <a:spcAft>
                  <a:spcPts val="600"/>
                </a:spcAft>
              </a:pPr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{Skill4}</a:t>
              </a:r>
            </a:p>
            <a:p>
              <a:pPr>
                <a:spcAft>
                  <a:spcPts val="600"/>
                </a:spcAft>
              </a:pPr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{Skill5}</a:t>
              </a:r>
            </a:p>
            <a:p>
              <a:pPr>
                <a:spcAft>
                  <a:spcPts val="600"/>
                </a:spcAft>
              </a:pPr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{Skill6}</a:t>
              </a:r>
            </a:p>
            <a:p>
              <a:pPr>
                <a:spcAft>
                  <a:spcPts val="600"/>
                </a:spcAft>
              </a:pPr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{Skill7}</a:t>
              </a:r>
            </a:p>
            <a:p>
              <a:pPr>
                <a:spcAft>
                  <a:spcPts val="600"/>
                </a:spcAft>
              </a:pPr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{Skill8}</a:t>
              </a:r>
            </a:p>
            <a:p>
              <a:pPr>
                <a:spcAft>
                  <a:spcPts val="600"/>
                </a:spcAft>
              </a:pPr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{Skill9}</a:t>
              </a:r>
            </a:p>
            <a:p>
              <a:pPr>
                <a:spcAft>
                  <a:spcPts val="600"/>
                </a:spcAft>
              </a:pPr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{Skill10}</a:t>
              </a:r>
            </a:p>
            <a:p>
              <a:pPr>
                <a:spcAft>
                  <a:spcPts val="600"/>
                </a:spcAft>
              </a:pPr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{Skill11}</a:t>
              </a:r>
            </a:p>
            <a:p>
              <a:pPr>
                <a:spcAft>
                  <a:spcPts val="600"/>
                </a:spcAft>
              </a:pPr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{Skill12}</a:t>
              </a:r>
            </a:p>
            <a:p>
              <a:pPr>
                <a:spcAft>
                  <a:spcPts val="600"/>
                </a:spcAft>
              </a:pPr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{Skill13}</a:t>
              </a:r>
            </a:p>
            <a:p>
              <a:pPr>
                <a:spcAft>
                  <a:spcPts val="600"/>
                </a:spcAft>
              </a:pPr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{Skill14}</a:t>
              </a:r>
            </a:p>
            <a:p>
              <a:pPr marR="0">
                <a:spcAft>
                  <a:spcPts val="600"/>
                </a:spcAft>
              </a:pPr>
              <a:endPara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6BC688FA-66A2-9B30-5A84-A7628E136B54}"/>
              </a:ext>
            </a:extLst>
          </p:cNvPr>
          <p:cNvSpPr/>
          <p:nvPr/>
        </p:nvSpPr>
        <p:spPr>
          <a:xfrm>
            <a:off x="1003490" y="648119"/>
            <a:ext cx="5765415" cy="2970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{JOBTITLE}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D291BD-A7A2-978A-CDBA-9621B71A29D6}"/>
              </a:ext>
            </a:extLst>
          </p:cNvPr>
          <p:cNvSpPr txBox="1"/>
          <p:nvPr/>
        </p:nvSpPr>
        <p:spPr>
          <a:xfrm>
            <a:off x="3255776" y="6252055"/>
            <a:ext cx="423807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/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{Job2Title} | {Company2Name}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51B8B5-4618-3A9E-9CC1-0E9283BDD3DB}"/>
              </a:ext>
            </a:extLst>
          </p:cNvPr>
          <p:cNvSpPr txBox="1"/>
          <p:nvPr/>
        </p:nvSpPr>
        <p:spPr>
          <a:xfrm>
            <a:off x="3258500" y="6488142"/>
            <a:ext cx="42380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{Job2Location</a:t>
            </a: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CityState}</a:t>
            </a: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| </a:t>
            </a: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{Job2Date}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6493A6-8830-2694-C467-6F1F9E61C628}"/>
              </a:ext>
            </a:extLst>
          </p:cNvPr>
          <p:cNvSpPr txBox="1"/>
          <p:nvPr/>
        </p:nvSpPr>
        <p:spPr>
          <a:xfrm>
            <a:off x="3258500" y="6747063"/>
            <a:ext cx="424079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{Job2Summary}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594688-6476-9305-F897-22937A88F911}"/>
              </a:ext>
            </a:extLst>
          </p:cNvPr>
          <p:cNvSpPr txBox="1"/>
          <p:nvPr/>
        </p:nvSpPr>
        <p:spPr>
          <a:xfrm>
            <a:off x="3363275" y="7164926"/>
            <a:ext cx="4133301" cy="964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indent="-171450" algn="just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{Job2Accomplishment1}</a:t>
            </a:r>
          </a:p>
          <a:p>
            <a:pPr marL="171450" indent="-171450" algn="just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{Job2Accomplishment2}</a:t>
            </a:r>
          </a:p>
          <a:p>
            <a:pPr marL="171450" indent="-171450" algn="just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{Job2Accomplishment3}</a:t>
            </a:r>
          </a:p>
          <a:p>
            <a:pPr marL="171450" indent="-171450" algn="just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{Job2Accomplishment4}</a:t>
            </a:r>
          </a:p>
          <a:p>
            <a:pPr marL="171450" indent="-171450" algn="just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{Job2Accomplishment5}</a:t>
            </a:r>
          </a:p>
        </p:txBody>
      </p:sp>
    </p:spTree>
    <p:extLst>
      <p:ext uri="{BB962C8B-B14F-4D97-AF65-F5344CB8AC3E}">
        <p14:creationId xmlns:p14="http://schemas.microsoft.com/office/powerpoint/2010/main" val="477915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"/>
          <p:cNvSpPr/>
          <p:nvPr/>
        </p:nvSpPr>
        <p:spPr>
          <a:xfrm>
            <a:off x="-1" y="100450"/>
            <a:ext cx="3082339" cy="98575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0" y="0"/>
            <a:ext cx="7772400" cy="100450"/>
          </a:xfrm>
          <a:prstGeom prst="rect">
            <a:avLst/>
          </a:prstGeom>
          <a:solidFill>
            <a:srgbClr val="104862"/>
          </a:solidFill>
          <a:ln w="19050" cap="flat" cmpd="sng">
            <a:solidFill>
              <a:srgbClr val="10486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0" y="9957950"/>
            <a:ext cx="7772400" cy="100450"/>
          </a:xfrm>
          <a:prstGeom prst="rect">
            <a:avLst/>
          </a:prstGeom>
          <a:solidFill>
            <a:srgbClr val="104862"/>
          </a:solidFill>
          <a:ln w="19050" cap="flat" cmpd="sng">
            <a:solidFill>
              <a:srgbClr val="10486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218700" y="256096"/>
            <a:ext cx="2632450" cy="295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INTERESTS</a:t>
            </a:r>
            <a:endParaRPr/>
          </a:p>
        </p:txBody>
      </p:sp>
      <p:sp>
        <p:nvSpPr>
          <p:cNvPr id="151" name="Google Shape;151;p3"/>
          <p:cNvSpPr/>
          <p:nvPr/>
        </p:nvSpPr>
        <p:spPr>
          <a:xfrm>
            <a:off x="218700" y="2167468"/>
            <a:ext cx="2940275" cy="295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LANGUAGES</a:t>
            </a:r>
            <a:endParaRPr/>
          </a:p>
        </p:txBody>
      </p:sp>
      <p:sp>
        <p:nvSpPr>
          <p:cNvPr id="152" name="Google Shape;152;p3"/>
          <p:cNvSpPr/>
          <p:nvPr/>
        </p:nvSpPr>
        <p:spPr>
          <a:xfrm>
            <a:off x="3257550" y="256096"/>
            <a:ext cx="2940275" cy="29563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WORK EXPERIENCE CONTINUED</a:t>
            </a:r>
            <a:endParaRPr/>
          </a:p>
        </p:txBody>
      </p:sp>
      <p:cxnSp>
        <p:nvCxnSpPr>
          <p:cNvPr id="153" name="Google Shape;153;p3"/>
          <p:cNvCxnSpPr/>
          <p:nvPr/>
        </p:nvCxnSpPr>
        <p:spPr>
          <a:xfrm>
            <a:off x="271330" y="1912620"/>
            <a:ext cx="2586730" cy="0"/>
          </a:xfrm>
          <a:prstGeom prst="straightConnector1">
            <a:avLst/>
          </a:prstGeom>
          <a:noFill/>
          <a:ln w="19050" cap="flat" cmpd="sng">
            <a:solidFill>
              <a:srgbClr val="BFBFBF"/>
            </a:solidFill>
            <a:prstDash val="dashDot"/>
            <a:miter lim="800000"/>
            <a:headEnd type="none" w="sm" len="sm"/>
            <a:tailEnd type="none" w="sm" len="sm"/>
          </a:ln>
        </p:spPr>
      </p:cxnSp>
      <p:sp>
        <p:nvSpPr>
          <p:cNvPr id="154" name="Google Shape;154;p3"/>
          <p:cNvSpPr txBox="1"/>
          <p:nvPr/>
        </p:nvSpPr>
        <p:spPr>
          <a:xfrm>
            <a:off x="3257548" y="552954"/>
            <a:ext cx="423807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Job Title | Company Name</a:t>
            </a:r>
            <a:endParaRPr sz="1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"/>
          <p:cNvSpPr txBox="1"/>
          <p:nvPr/>
        </p:nvSpPr>
        <p:spPr>
          <a:xfrm>
            <a:off x="3260272" y="789041"/>
            <a:ext cx="423807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Location (State and City) | MM/YYYY – MM/YYYY</a:t>
            </a:r>
            <a:endParaRPr sz="105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3260272" y="1047962"/>
            <a:ext cx="424079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Summary of job role and responsibilities</a:t>
            </a:r>
            <a:endParaRPr/>
          </a:p>
        </p:txBody>
      </p:sp>
      <p:sp>
        <p:nvSpPr>
          <p:cNvPr id="157" name="Google Shape;157;p3"/>
          <p:cNvSpPr txBox="1"/>
          <p:nvPr/>
        </p:nvSpPr>
        <p:spPr>
          <a:xfrm>
            <a:off x="3365047" y="1465825"/>
            <a:ext cx="4133301" cy="114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Bulleted job accomplishment (tailor to the job you are seeking)</a:t>
            </a:r>
            <a:endParaRPr/>
          </a:p>
          <a:p>
            <a:pPr marL="171450" marR="0" lvl="0" indent="-171450" algn="just" rtl="0">
              <a:spcBef>
                <a:spcPts val="20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Bulleted job accomplishment (tailor to the job you are seeking)</a:t>
            </a:r>
            <a:endParaRPr sz="10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just" rtl="0">
              <a:spcBef>
                <a:spcPts val="20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Bulleted job accomplishment (tailor to the job you are seeking)</a:t>
            </a:r>
            <a:endParaRPr sz="10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just" rtl="0">
              <a:spcBef>
                <a:spcPts val="20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Bulleted job accomplishment (tailor to the job you are seeking)</a:t>
            </a:r>
            <a:endParaRPr sz="10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just" rtl="0">
              <a:spcBef>
                <a:spcPts val="20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Bulleted job accomplishment (tailor to the job you are seeking)</a:t>
            </a:r>
            <a:endParaRPr sz="10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7950" algn="just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3365046" y="4716825"/>
            <a:ext cx="3895724" cy="114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Bulleted job accomplishment (tailor to the job you are seeking)</a:t>
            </a:r>
            <a:endParaRPr sz="10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just" rtl="0">
              <a:spcBef>
                <a:spcPts val="20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Bulleted job accomplishment (tailor to the job you are seeking)</a:t>
            </a:r>
            <a:endParaRPr sz="10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just" rtl="0">
              <a:spcBef>
                <a:spcPts val="20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Bulleted job accomplishment (tailor to the job you are seeking)</a:t>
            </a:r>
            <a:endParaRPr sz="10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just" rtl="0">
              <a:spcBef>
                <a:spcPts val="20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Bulleted job accomplishment (tailor to the job you are seeking)</a:t>
            </a:r>
            <a:endParaRPr sz="10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7950" algn="just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07950" algn="just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"/>
          <p:cNvSpPr txBox="1"/>
          <p:nvPr/>
        </p:nvSpPr>
        <p:spPr>
          <a:xfrm>
            <a:off x="3260272" y="3933957"/>
            <a:ext cx="4238076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Job Title | Company Name</a:t>
            </a:r>
            <a:endParaRPr sz="1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"/>
          <p:cNvSpPr txBox="1"/>
          <p:nvPr/>
        </p:nvSpPr>
        <p:spPr>
          <a:xfrm>
            <a:off x="3260272" y="4155918"/>
            <a:ext cx="423807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Location (State and City) | MM/YYYY – MM/YYYY</a:t>
            </a:r>
            <a:endParaRPr sz="105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"/>
          <p:cNvSpPr txBox="1"/>
          <p:nvPr/>
        </p:nvSpPr>
        <p:spPr>
          <a:xfrm>
            <a:off x="271330" y="2535113"/>
            <a:ext cx="2266130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Language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Language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Language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Language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000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"/>
          <p:cNvSpPr txBox="1"/>
          <p:nvPr/>
        </p:nvSpPr>
        <p:spPr>
          <a:xfrm>
            <a:off x="3257549" y="4363447"/>
            <a:ext cx="423807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Summary of job role and responsibilities</a:t>
            </a:r>
            <a:endParaRPr/>
          </a:p>
        </p:txBody>
      </p:sp>
      <p:sp>
        <p:nvSpPr>
          <p:cNvPr id="163" name="Google Shape;163;p3"/>
          <p:cNvSpPr txBox="1"/>
          <p:nvPr/>
        </p:nvSpPr>
        <p:spPr>
          <a:xfrm>
            <a:off x="271330" y="575817"/>
            <a:ext cx="2266130" cy="1400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Interest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Interest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Interest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Interest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Interest</a:t>
            </a:r>
            <a:endParaRPr dirty="0"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000" dirty="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" name="Google Shape;165;p3"/>
          <p:cNvCxnSpPr/>
          <p:nvPr/>
        </p:nvCxnSpPr>
        <p:spPr>
          <a:xfrm>
            <a:off x="271330" y="3636881"/>
            <a:ext cx="2586730" cy="0"/>
          </a:xfrm>
          <a:prstGeom prst="straightConnector1">
            <a:avLst/>
          </a:prstGeom>
          <a:noFill/>
          <a:ln w="19050" cap="flat" cmpd="sng">
            <a:solidFill>
              <a:srgbClr val="BFBFBF"/>
            </a:solidFill>
            <a:prstDash val="dashDot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345</Words>
  <Application>Microsoft Office PowerPoint</Application>
  <PresentationFormat>Custom</PresentationFormat>
  <Paragraphs>78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Play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Steven Kay</dc:creator>
  <cp:lastModifiedBy>Steven Kay</cp:lastModifiedBy>
  <cp:revision>12</cp:revision>
  <dcterms:created xsi:type="dcterms:W3CDTF">2024-11-27T00:02:08Z</dcterms:created>
  <dcterms:modified xsi:type="dcterms:W3CDTF">2026-04-11T19:08:22Z</dcterms:modified>
</cp:coreProperties>
</file>