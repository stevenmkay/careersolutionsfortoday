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9" r:id="rId2"/>
    <p:sldId id="258" r:id="rId3"/>
  </p:sldIdLst>
  <p:sldSz cx="7772400" cy="10058400"/>
  <p:notesSz cx="6858000" cy="9144000"/>
  <p:embeddedFontLst>
    <p:embeddedFont>
      <p:font typeface="Play" panose="020B0604020202020204" charset="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0" roundtripDataSignature="AMtx7mi8UkjjgTBc+PTGGqSjflm7zXvw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656" y="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03438" y="685800"/>
            <a:ext cx="26511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Play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040"/>
              <a:buNone/>
              <a:defRPr sz="2040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530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Play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rgbClr val="757575"/>
              </a:buClr>
              <a:buSzPts val="2040"/>
              <a:buNone/>
              <a:defRPr sz="204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700"/>
              <a:buNone/>
              <a:defRPr sz="17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530"/>
              <a:buNone/>
              <a:defRPr sz="153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3303270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2"/>
          </p:nvPr>
        </p:nvSpPr>
        <p:spPr>
          <a:xfrm>
            <a:off x="3934778" y="2677584"/>
            <a:ext cx="3303270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040"/>
              <a:buNone/>
              <a:defRPr sz="2040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530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35366" y="3674110"/>
            <a:ext cx="3288089" cy="5404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body" idx="3"/>
          </p:nvPr>
        </p:nvSpPr>
        <p:spPr>
          <a:xfrm>
            <a:off x="3934778" y="2465706"/>
            <a:ext cx="3304282" cy="120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040"/>
              <a:buNone/>
              <a:defRPr sz="2040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530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4"/>
          </p:nvPr>
        </p:nvSpPr>
        <p:spPr>
          <a:xfrm>
            <a:off x="3934778" y="3674110"/>
            <a:ext cx="3304282" cy="5404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0"/>
              <a:buFont typeface="Play"/>
              <a:buNone/>
              <a:defRPr sz="272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body" idx="1"/>
          </p:nvPr>
        </p:nvSpPr>
        <p:spPr>
          <a:xfrm>
            <a:off x="3304282" y="1448226"/>
            <a:ext cx="3934778" cy="714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32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720"/>
              <a:buChar char="•"/>
              <a:defRPr sz="2720"/>
            </a:lvl1pPr>
            <a:lvl2pPr marL="914400" lvl="1" indent="-37973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0"/>
              <a:buChar char="•"/>
              <a:defRPr sz="2380"/>
            </a:lvl2pPr>
            <a:lvl3pPr marL="1371600" lvl="2" indent="-358139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0"/>
              <a:buChar char="•"/>
              <a:defRPr sz="2040"/>
            </a:lvl3pPr>
            <a:lvl4pPr marL="1828800" lvl="3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4pPr>
            <a:lvl5pPr marL="2286000" lvl="4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5pPr>
            <a:lvl6pPr marL="2743200" lvl="5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6pPr>
            <a:lvl7pPr marL="3200400" lvl="6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7pPr>
            <a:lvl8pPr marL="3657600" lvl="7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8pPr>
            <a:lvl9pPr marL="4114800" lvl="8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2"/>
          </p:nvPr>
        </p:nvSpPr>
        <p:spPr>
          <a:xfrm>
            <a:off x="535365" y="3017520"/>
            <a:ext cx="2506801" cy="559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0"/>
              <a:buNone/>
              <a:defRPr sz="1190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0"/>
              <a:buNone/>
              <a:defRPr sz="1020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2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0"/>
              <a:buFont typeface="Play"/>
              <a:buNone/>
              <a:defRPr sz="272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>
            <a:spLocks noGrp="1"/>
          </p:cNvSpPr>
          <p:nvPr>
            <p:ph type="pic" idx="2"/>
          </p:nvPr>
        </p:nvSpPr>
        <p:spPr>
          <a:xfrm>
            <a:off x="3304282" y="1448226"/>
            <a:ext cx="3934778" cy="7147983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3"/>
          <p:cNvSpPr txBox="1">
            <a:spLocks noGrp="1"/>
          </p:cNvSpPr>
          <p:nvPr>
            <p:ph type="body" idx="1"/>
          </p:nvPr>
        </p:nvSpPr>
        <p:spPr>
          <a:xfrm>
            <a:off x="535365" y="3017520"/>
            <a:ext cx="2506801" cy="559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0"/>
              <a:buNone/>
              <a:defRPr sz="1190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0"/>
              <a:buNone/>
              <a:defRPr sz="1020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 rot="5400000">
            <a:off x="695219" y="2516718"/>
            <a:ext cx="6381962" cy="6703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 rot="5400000">
            <a:off x="2138071" y="3959569"/>
            <a:ext cx="8524029" cy="1675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 rot="5400000">
            <a:off x="-1262353" y="2332223"/>
            <a:ext cx="8524029" cy="4930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0"/>
              <a:buFont typeface="Play"/>
              <a:buNone/>
              <a:defRPr sz="374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30" algn="l" rtl="0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380"/>
              <a:buFont typeface="Arial"/>
              <a:buChar char="•"/>
              <a:defRPr sz="238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8140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6550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25755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EFE9-C892-783C-614B-FE9244D1F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21DD5E-C613-C00F-CB32-58F9838F5DDC}"/>
              </a:ext>
            </a:extLst>
          </p:cNvPr>
          <p:cNvSpPr/>
          <p:nvPr/>
        </p:nvSpPr>
        <p:spPr>
          <a:xfrm>
            <a:off x="-1" y="1198650"/>
            <a:ext cx="3082339" cy="87593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272880-98EC-51EA-9033-EAD873BAAE0F}"/>
              </a:ext>
            </a:extLst>
          </p:cNvPr>
          <p:cNvSpPr/>
          <p:nvPr/>
        </p:nvSpPr>
        <p:spPr>
          <a:xfrm>
            <a:off x="227844" y="2243519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blue and black logo&#10;&#10;Description automatically generated">
            <a:extLst>
              <a:ext uri="{FF2B5EF4-FFF2-40B4-BE49-F238E27FC236}">
                <a16:creationId xmlns:a16="http://schemas.microsoft.com/office/drawing/2014/main" id="{3A7CD295-7F57-7867-E8DE-802017F4F806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708" y="2294479"/>
            <a:ext cx="164592" cy="16459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93822E67-B20A-9F6F-0A06-CB6F841F522E}"/>
              </a:ext>
            </a:extLst>
          </p:cNvPr>
          <p:cNvSpPr/>
          <p:nvPr/>
        </p:nvSpPr>
        <p:spPr>
          <a:xfrm>
            <a:off x="225743" y="1913423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Graphic 18" descr="Marker with solid fill">
            <a:extLst>
              <a:ext uri="{FF2B5EF4-FFF2-40B4-BE49-F238E27FC236}">
                <a16:creationId xmlns:a16="http://schemas.microsoft.com/office/drawing/2014/main" id="{EFCB83F0-989A-17E9-01D2-A5C08902D9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5610" y="1917403"/>
            <a:ext cx="274320" cy="274320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24C671C0-A0B8-3E11-A5EA-9C14F5F94EF3}"/>
              </a:ext>
            </a:extLst>
          </p:cNvPr>
          <p:cNvSpPr/>
          <p:nvPr/>
        </p:nvSpPr>
        <p:spPr>
          <a:xfrm>
            <a:off x="218700" y="1265515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Receiver with solid fill">
            <a:extLst>
              <a:ext uri="{FF2B5EF4-FFF2-40B4-BE49-F238E27FC236}">
                <a16:creationId xmlns:a16="http://schemas.microsoft.com/office/drawing/2014/main" id="{2A04A508-FA3F-9CC2-D161-A05DDC4078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4420" y="1311865"/>
            <a:ext cx="182880" cy="182880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734DC452-225A-4CB8-F3BA-A289665915C6}"/>
              </a:ext>
            </a:extLst>
          </p:cNvPr>
          <p:cNvSpPr/>
          <p:nvPr/>
        </p:nvSpPr>
        <p:spPr>
          <a:xfrm>
            <a:off x="221182" y="1590727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Open envelope with solid fill">
            <a:extLst>
              <a:ext uri="{FF2B5EF4-FFF2-40B4-BE49-F238E27FC236}">
                <a16:creationId xmlns:a16="http://schemas.microsoft.com/office/drawing/2014/main" id="{0214EA2F-5419-DBFE-90B2-12017F9760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4420" y="1636447"/>
            <a:ext cx="182880" cy="18288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768B956D-E6D6-02BE-2FD9-B8832986FAEB}"/>
              </a:ext>
            </a:extLst>
          </p:cNvPr>
          <p:cNvSpPr/>
          <p:nvPr/>
        </p:nvSpPr>
        <p:spPr>
          <a:xfrm>
            <a:off x="538122" y="1248782"/>
            <a:ext cx="1854200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{Phone}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98D5BC-0617-183D-2BE6-6ABE4DF18D9E}"/>
              </a:ext>
            </a:extLst>
          </p:cNvPr>
          <p:cNvSpPr/>
          <p:nvPr/>
        </p:nvSpPr>
        <p:spPr>
          <a:xfrm>
            <a:off x="538122" y="1560067"/>
            <a:ext cx="1854200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{Email}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29E771-560A-C2C4-4966-817DF8626BFE}"/>
              </a:ext>
            </a:extLst>
          </p:cNvPr>
          <p:cNvSpPr/>
          <p:nvPr/>
        </p:nvSpPr>
        <p:spPr>
          <a:xfrm>
            <a:off x="538122" y="1890069"/>
            <a:ext cx="1854200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{Address}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ADDE225-22DA-0837-3FED-74B4DADFB7BA}"/>
              </a:ext>
            </a:extLst>
          </p:cNvPr>
          <p:cNvSpPr/>
          <p:nvPr/>
        </p:nvSpPr>
        <p:spPr>
          <a:xfrm>
            <a:off x="538122" y="2224122"/>
            <a:ext cx="2546576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{LinkedIn}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09C416-626B-56A5-FF7E-10A63E2AB3A5}"/>
              </a:ext>
            </a:extLst>
          </p:cNvPr>
          <p:cNvSpPr/>
          <p:nvPr/>
        </p:nvSpPr>
        <p:spPr>
          <a:xfrm>
            <a:off x="1900237" y="139678"/>
            <a:ext cx="3971925" cy="48149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  <a:r>
              <a:rPr lang="en-US" sz="4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en-US" sz="4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  <a:endParaRPr lang="en-US" sz="40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D02F8D-67AB-D953-0164-D2D2653B9189}"/>
              </a:ext>
            </a:extLst>
          </p:cNvPr>
          <p:cNvSpPr/>
          <p:nvPr/>
        </p:nvSpPr>
        <p:spPr>
          <a:xfrm>
            <a:off x="0" y="0"/>
            <a:ext cx="7772400" cy="100450"/>
          </a:xfrm>
          <a:prstGeom prst="rect">
            <a:avLst/>
          </a:prstGeom>
          <a:solidFill>
            <a:srgbClr val="104862"/>
          </a:solidFill>
          <a:ln>
            <a:solidFill>
              <a:srgbClr val="10486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04A1A99-DEF7-D122-944B-720FAE29AEBA}"/>
              </a:ext>
            </a:extLst>
          </p:cNvPr>
          <p:cNvSpPr/>
          <p:nvPr/>
        </p:nvSpPr>
        <p:spPr>
          <a:xfrm>
            <a:off x="0" y="9957950"/>
            <a:ext cx="7772400" cy="100450"/>
          </a:xfrm>
          <a:prstGeom prst="rect">
            <a:avLst/>
          </a:prstGeom>
          <a:solidFill>
            <a:srgbClr val="104862"/>
          </a:solidFill>
          <a:ln>
            <a:solidFill>
              <a:srgbClr val="10486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8DF611D-1D97-C8DA-9062-92B1D1D3D41E}"/>
              </a:ext>
            </a:extLst>
          </p:cNvPr>
          <p:cNvSpPr/>
          <p:nvPr/>
        </p:nvSpPr>
        <p:spPr>
          <a:xfrm>
            <a:off x="3257550" y="1248782"/>
            <a:ext cx="2940275" cy="2956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SUMMARY STATEMENT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3EF637A-9400-A17F-C255-D08728D0DA9C}"/>
              </a:ext>
            </a:extLst>
          </p:cNvPr>
          <p:cNvSpPr/>
          <p:nvPr/>
        </p:nvSpPr>
        <p:spPr>
          <a:xfrm>
            <a:off x="3257550" y="2886438"/>
            <a:ext cx="2940275" cy="2956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 EXPERIENCE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6E2793-4A42-56E6-7967-59814E44D7E9}"/>
              </a:ext>
            </a:extLst>
          </p:cNvPr>
          <p:cNvCxnSpPr>
            <a:cxnSpLocks/>
          </p:cNvCxnSpPr>
          <p:nvPr/>
        </p:nvCxnSpPr>
        <p:spPr>
          <a:xfrm>
            <a:off x="264420" y="2617247"/>
            <a:ext cx="258673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0282541-0230-5F53-CDC0-D74AAA2FF14D}"/>
              </a:ext>
            </a:extLst>
          </p:cNvPr>
          <p:cNvCxnSpPr>
            <a:cxnSpLocks/>
          </p:cNvCxnSpPr>
          <p:nvPr/>
        </p:nvCxnSpPr>
        <p:spPr>
          <a:xfrm>
            <a:off x="264420" y="6232488"/>
            <a:ext cx="258673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E1CDD3F-7AC6-E171-9953-1D6BAB14BB88}"/>
              </a:ext>
            </a:extLst>
          </p:cNvPr>
          <p:cNvSpPr txBox="1"/>
          <p:nvPr/>
        </p:nvSpPr>
        <p:spPr>
          <a:xfrm>
            <a:off x="3257550" y="1506261"/>
            <a:ext cx="42407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{Summary</a:t>
            </a:r>
            <a:r>
              <a: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59060E-12DD-41B2-C65E-81D05CE51E00}"/>
              </a:ext>
            </a:extLst>
          </p:cNvPr>
          <p:cNvSpPr txBox="1"/>
          <p:nvPr/>
        </p:nvSpPr>
        <p:spPr>
          <a:xfrm>
            <a:off x="3257548" y="3183296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{Job1Title} | {Company1Name}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712C01-7A9B-EAC8-E21D-79BCF5C427E3}"/>
              </a:ext>
            </a:extLst>
          </p:cNvPr>
          <p:cNvSpPr txBox="1"/>
          <p:nvPr/>
        </p:nvSpPr>
        <p:spPr>
          <a:xfrm>
            <a:off x="3260272" y="3419383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{Job1Location 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{Job1Dates}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0D87DA-ECC3-A75C-D884-949C4D6D3E3B}"/>
              </a:ext>
            </a:extLst>
          </p:cNvPr>
          <p:cNvSpPr txBox="1"/>
          <p:nvPr/>
        </p:nvSpPr>
        <p:spPr>
          <a:xfrm>
            <a:off x="3260272" y="3678304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{Job1Summary}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6D8520C-363A-1302-5288-491F3E4DFF17}"/>
              </a:ext>
            </a:extLst>
          </p:cNvPr>
          <p:cNvSpPr/>
          <p:nvPr/>
        </p:nvSpPr>
        <p:spPr>
          <a:xfrm>
            <a:off x="-1" y="1016274"/>
            <a:ext cx="7772399" cy="1823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EC4AA4-A77E-16AD-D52D-44255EE7AABD}"/>
              </a:ext>
            </a:extLst>
          </p:cNvPr>
          <p:cNvSpPr txBox="1"/>
          <p:nvPr/>
        </p:nvSpPr>
        <p:spPr>
          <a:xfrm>
            <a:off x="3365047" y="4096167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{Job1Accomplishment1}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{Job1Accomplishment2}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{Job1Accomplishment3}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{Job1Accomplishment4}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{Job1Accomplishment5}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3AA4589-B4AA-5B62-8523-607B6F77E671}"/>
              </a:ext>
            </a:extLst>
          </p:cNvPr>
          <p:cNvCxnSpPr>
            <a:cxnSpLocks/>
          </p:cNvCxnSpPr>
          <p:nvPr/>
        </p:nvCxnSpPr>
        <p:spPr>
          <a:xfrm>
            <a:off x="3365047" y="2839669"/>
            <a:ext cx="402336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CA8637A-C98D-8FDA-0429-E819FBB96069}"/>
              </a:ext>
            </a:extLst>
          </p:cNvPr>
          <p:cNvSpPr/>
          <p:nvPr/>
        </p:nvSpPr>
        <p:spPr>
          <a:xfrm>
            <a:off x="228306" y="6331405"/>
            <a:ext cx="2632450" cy="295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EDUCATION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C2D38AE-95D2-0374-DC0B-246A3628BD7E}"/>
              </a:ext>
            </a:extLst>
          </p:cNvPr>
          <p:cNvSpPr txBox="1"/>
          <p:nvPr/>
        </p:nvSpPr>
        <p:spPr>
          <a:xfrm>
            <a:off x="274026" y="6643776"/>
            <a:ext cx="25867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{#education}</a:t>
            </a:r>
          </a:p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{Degree}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62C71BC-C3B9-06D8-0021-0B1D56C0D322}"/>
              </a:ext>
            </a:extLst>
          </p:cNvPr>
          <p:cNvSpPr txBox="1"/>
          <p:nvPr/>
        </p:nvSpPr>
        <p:spPr>
          <a:xfrm>
            <a:off x="274026" y="6976905"/>
            <a:ext cx="258673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{school}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8800B4-42BB-D2DC-ABD2-1AAC5C5822FB}"/>
              </a:ext>
            </a:extLst>
          </p:cNvPr>
          <p:cNvSpPr txBox="1"/>
          <p:nvPr/>
        </p:nvSpPr>
        <p:spPr>
          <a:xfrm>
            <a:off x="274026" y="7142879"/>
            <a:ext cx="258673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{year}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374191-7DC5-9C33-6F7A-29FDDB8223BA}"/>
              </a:ext>
            </a:extLst>
          </p:cNvPr>
          <p:cNvSpPr txBox="1"/>
          <p:nvPr/>
        </p:nvSpPr>
        <p:spPr>
          <a:xfrm>
            <a:off x="264420" y="7535076"/>
            <a:ext cx="25867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{CertName1} — {CertIssuer1} ({CertYear1})</a:t>
            </a:r>
          </a:p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{CertName2} — {CertIssuer2} ({CertYear2})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93ED81C-A197-B827-13D0-8038A43CA75A}"/>
              </a:ext>
            </a:extLst>
          </p:cNvPr>
          <p:cNvGrpSpPr/>
          <p:nvPr/>
        </p:nvGrpSpPr>
        <p:grpSpPr>
          <a:xfrm>
            <a:off x="228306" y="2614590"/>
            <a:ext cx="2940275" cy="3768549"/>
            <a:chOff x="218700" y="4846565"/>
            <a:chExt cx="2940275" cy="3768549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E9A5458-0154-5EE6-AC04-F4A379563099}"/>
                </a:ext>
              </a:extLst>
            </p:cNvPr>
            <p:cNvSpPr/>
            <p:nvPr/>
          </p:nvSpPr>
          <p:spPr>
            <a:xfrm>
              <a:off x="218700" y="4846565"/>
              <a:ext cx="2940275" cy="2956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SKILLS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5F7350E-1ADE-F477-E6C8-7914CCF467CF}"/>
                </a:ext>
              </a:extLst>
            </p:cNvPr>
            <p:cNvSpPr txBox="1"/>
            <p:nvPr/>
          </p:nvSpPr>
          <p:spPr>
            <a:xfrm>
              <a:off x="271330" y="5137239"/>
              <a:ext cx="2266130" cy="34778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{Skill2}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{Skill3}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{Skill4}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{Skill5}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{Skill6}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{Skill7}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{Skill8}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{Skill9}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{Skill10}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{Skill11}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{Skill12}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{Skill13}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{Skill14}</a:t>
              </a:r>
            </a:p>
            <a:p>
              <a:pPr marR="0">
                <a:spcAft>
                  <a:spcPts val="600"/>
                </a:spcAft>
              </a:pPr>
              <a:endPara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6BC688FA-66A2-9B30-5A84-A7628E136B54}"/>
              </a:ext>
            </a:extLst>
          </p:cNvPr>
          <p:cNvSpPr/>
          <p:nvPr/>
        </p:nvSpPr>
        <p:spPr>
          <a:xfrm>
            <a:off x="1003490" y="648119"/>
            <a:ext cx="5765415" cy="2970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{JOBTITLE}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291BD-A7A2-978A-CDBA-9621B71A29D6}"/>
              </a:ext>
            </a:extLst>
          </p:cNvPr>
          <p:cNvSpPr txBox="1"/>
          <p:nvPr/>
        </p:nvSpPr>
        <p:spPr>
          <a:xfrm>
            <a:off x="3255776" y="6252055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{Job2Title} | {Company2Name}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51B8B5-4618-3A9E-9CC1-0E9283BDD3DB}"/>
              </a:ext>
            </a:extLst>
          </p:cNvPr>
          <p:cNvSpPr txBox="1"/>
          <p:nvPr/>
        </p:nvSpPr>
        <p:spPr>
          <a:xfrm>
            <a:off x="3258500" y="6488142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{Job2Location 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{Job2Dates}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6493A6-8830-2694-C467-6F1F9E61C628}"/>
              </a:ext>
            </a:extLst>
          </p:cNvPr>
          <p:cNvSpPr txBox="1"/>
          <p:nvPr/>
        </p:nvSpPr>
        <p:spPr>
          <a:xfrm>
            <a:off x="3258500" y="6747063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{Job2Summary}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594688-6476-9305-F897-22937A88F911}"/>
              </a:ext>
            </a:extLst>
          </p:cNvPr>
          <p:cNvSpPr txBox="1"/>
          <p:nvPr/>
        </p:nvSpPr>
        <p:spPr>
          <a:xfrm>
            <a:off x="3363275" y="7164926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{Job2Accomplishment1}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{Job2Accomplishment2}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{Job2Accomplishment3}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{Job2Accomplishment4}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{Job2Accomplishment5}</a:t>
            </a:r>
          </a:p>
        </p:txBody>
      </p:sp>
    </p:spTree>
    <p:extLst>
      <p:ext uri="{BB962C8B-B14F-4D97-AF65-F5344CB8AC3E}">
        <p14:creationId xmlns:p14="http://schemas.microsoft.com/office/powerpoint/2010/main" val="477915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"/>
          <p:cNvSpPr/>
          <p:nvPr/>
        </p:nvSpPr>
        <p:spPr>
          <a:xfrm>
            <a:off x="-1" y="100450"/>
            <a:ext cx="3082339" cy="9857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0" y="0"/>
            <a:ext cx="7772400" cy="100450"/>
          </a:xfrm>
          <a:prstGeom prst="rect">
            <a:avLst/>
          </a:prstGeom>
          <a:solidFill>
            <a:srgbClr val="104862"/>
          </a:solidFill>
          <a:ln w="19050" cap="flat" cmpd="sng">
            <a:solidFill>
              <a:srgbClr val="10486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0" y="9957950"/>
            <a:ext cx="7772400" cy="100450"/>
          </a:xfrm>
          <a:prstGeom prst="rect">
            <a:avLst/>
          </a:prstGeom>
          <a:solidFill>
            <a:srgbClr val="104862"/>
          </a:solidFill>
          <a:ln w="19050" cap="flat" cmpd="sng">
            <a:solidFill>
              <a:srgbClr val="10486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218700" y="256096"/>
            <a:ext cx="2632450" cy="295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INTERESTS</a:t>
            </a:r>
            <a:endParaRPr/>
          </a:p>
        </p:txBody>
      </p:sp>
      <p:sp>
        <p:nvSpPr>
          <p:cNvPr id="151" name="Google Shape;151;p3"/>
          <p:cNvSpPr/>
          <p:nvPr/>
        </p:nvSpPr>
        <p:spPr>
          <a:xfrm>
            <a:off x="218700" y="2167468"/>
            <a:ext cx="2940275" cy="295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LANGUAGES</a:t>
            </a:r>
            <a:endParaRPr/>
          </a:p>
        </p:txBody>
      </p:sp>
      <p:sp>
        <p:nvSpPr>
          <p:cNvPr id="152" name="Google Shape;152;p3"/>
          <p:cNvSpPr/>
          <p:nvPr/>
        </p:nvSpPr>
        <p:spPr>
          <a:xfrm>
            <a:off x="3257550" y="256096"/>
            <a:ext cx="2940275" cy="29563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WORK EXPERIENCE CONTINUED</a:t>
            </a:r>
            <a:endParaRPr/>
          </a:p>
        </p:txBody>
      </p:sp>
      <p:cxnSp>
        <p:nvCxnSpPr>
          <p:cNvPr id="153" name="Google Shape;153;p3"/>
          <p:cNvCxnSpPr/>
          <p:nvPr/>
        </p:nvCxnSpPr>
        <p:spPr>
          <a:xfrm>
            <a:off x="271330" y="1912620"/>
            <a:ext cx="2586730" cy="0"/>
          </a:xfrm>
          <a:prstGeom prst="straightConnector1">
            <a:avLst/>
          </a:prstGeom>
          <a:noFill/>
          <a:ln w="19050" cap="flat" cmpd="sng">
            <a:solidFill>
              <a:srgbClr val="BFBFBF"/>
            </a:solidFill>
            <a:prstDash val="dashDot"/>
            <a:miter lim="800000"/>
            <a:headEnd type="none" w="sm" len="sm"/>
            <a:tailEnd type="none" w="sm" len="sm"/>
          </a:ln>
        </p:spPr>
      </p:cxnSp>
      <p:sp>
        <p:nvSpPr>
          <p:cNvPr id="161" name="Google Shape;161;p3"/>
          <p:cNvSpPr txBox="1"/>
          <p:nvPr/>
        </p:nvSpPr>
        <p:spPr>
          <a:xfrm>
            <a:off x="271330" y="2535113"/>
            <a:ext cx="2266130" cy="116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0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271330" y="575817"/>
            <a:ext cx="2266130" cy="1400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0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5" name="Google Shape;165;p3"/>
          <p:cNvCxnSpPr/>
          <p:nvPr/>
        </p:nvCxnSpPr>
        <p:spPr>
          <a:xfrm>
            <a:off x="271330" y="3636881"/>
            <a:ext cx="2586730" cy="0"/>
          </a:xfrm>
          <a:prstGeom prst="straightConnector1">
            <a:avLst/>
          </a:prstGeom>
          <a:noFill/>
          <a:ln w="19050" cap="flat" cmpd="sng">
            <a:solidFill>
              <a:srgbClr val="BFBFBF"/>
            </a:solidFill>
            <a:prstDash val="dashDot"/>
            <a:miter lim="800000"/>
            <a:headEnd type="none" w="sm" len="sm"/>
            <a:tailEnd type="none" w="sm" len="sm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F20C53E-F802-BC51-5E5A-D25AD6442923}"/>
              </a:ext>
            </a:extLst>
          </p:cNvPr>
          <p:cNvSpPr txBox="1"/>
          <p:nvPr/>
        </p:nvSpPr>
        <p:spPr>
          <a:xfrm>
            <a:off x="3254824" y="700679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{Job3Title} | {Company3Name}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687A0-CD35-2BE9-2AF7-8A588A9B0998}"/>
              </a:ext>
            </a:extLst>
          </p:cNvPr>
          <p:cNvSpPr txBox="1"/>
          <p:nvPr/>
        </p:nvSpPr>
        <p:spPr>
          <a:xfrm>
            <a:off x="3257548" y="936766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{Job3Location 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{Job3Dates}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087597-8D3B-716C-5FF3-CFD78F84A783}"/>
              </a:ext>
            </a:extLst>
          </p:cNvPr>
          <p:cNvSpPr txBox="1"/>
          <p:nvPr/>
        </p:nvSpPr>
        <p:spPr>
          <a:xfrm>
            <a:off x="3257548" y="1195687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{Job3Summary}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C67415-8A1E-A415-0381-D105AB6A69D3}"/>
              </a:ext>
            </a:extLst>
          </p:cNvPr>
          <p:cNvSpPr txBox="1"/>
          <p:nvPr/>
        </p:nvSpPr>
        <p:spPr>
          <a:xfrm>
            <a:off x="3362323" y="1613550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{Job3Accomplishment1}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{Job3Accomplishment2}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{Job3Accomplishment3}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{Job3Accomplishment4}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{Job3Accomplishment5}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AC84E9-8FE8-4B75-730F-6D81A32BC625}"/>
              </a:ext>
            </a:extLst>
          </p:cNvPr>
          <p:cNvSpPr txBox="1"/>
          <p:nvPr/>
        </p:nvSpPr>
        <p:spPr>
          <a:xfrm>
            <a:off x="3260270" y="3659661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</a:t>
            </a:r>
            <a:r>
              <a:rPr lang="en-US" sz="11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4</a:t>
            </a:r>
            <a:r>
              <a:rPr lang="en-US" sz="11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 | {Company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4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98CE64-1C30-EEFB-C751-E087500BBD10}"/>
              </a:ext>
            </a:extLst>
          </p:cNvPr>
          <p:cNvSpPr txBox="1"/>
          <p:nvPr/>
        </p:nvSpPr>
        <p:spPr>
          <a:xfrm>
            <a:off x="3262994" y="3895748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</a:t>
            </a: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4</a:t>
            </a: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Location 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| </a:t>
            </a: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{Job4Dates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5D7406-728A-9963-18B3-039F2412D147}"/>
              </a:ext>
            </a:extLst>
          </p:cNvPr>
          <p:cNvSpPr txBox="1"/>
          <p:nvPr/>
        </p:nvSpPr>
        <p:spPr>
          <a:xfrm>
            <a:off x="3262994" y="4154669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{Job4Summary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3A543F-3D43-2FD5-DA1D-95719FB4C978}"/>
              </a:ext>
            </a:extLst>
          </p:cNvPr>
          <p:cNvSpPr txBox="1"/>
          <p:nvPr/>
        </p:nvSpPr>
        <p:spPr>
          <a:xfrm>
            <a:off x="3367769" y="4572532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{Job4Accomplishment1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{Job4Accomplishment2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{Job4Accomplishment3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{Job4Accomplishment4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{Job4Accomplishment5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3E887-D987-F21A-DC00-2F8FF154D81C}"/>
              </a:ext>
            </a:extLst>
          </p:cNvPr>
          <p:cNvSpPr txBox="1"/>
          <p:nvPr/>
        </p:nvSpPr>
        <p:spPr>
          <a:xfrm>
            <a:off x="3262994" y="6850105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{Job5Title} | {Company5Name}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2238D7-E495-0F00-7E29-91704BCCD856}"/>
              </a:ext>
            </a:extLst>
          </p:cNvPr>
          <p:cNvSpPr txBox="1"/>
          <p:nvPr/>
        </p:nvSpPr>
        <p:spPr>
          <a:xfrm>
            <a:off x="3265718" y="7086192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{Job5Location 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{Job5Dates}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F7172D-F62F-E1F6-7001-E2FC0E801024}"/>
              </a:ext>
            </a:extLst>
          </p:cNvPr>
          <p:cNvSpPr txBox="1"/>
          <p:nvPr/>
        </p:nvSpPr>
        <p:spPr>
          <a:xfrm>
            <a:off x="3265718" y="7345113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{Job5Summary}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E799B3-2567-AF11-3DE5-1174243F9A1B}"/>
              </a:ext>
            </a:extLst>
          </p:cNvPr>
          <p:cNvSpPr txBox="1"/>
          <p:nvPr/>
        </p:nvSpPr>
        <p:spPr>
          <a:xfrm>
            <a:off x="3370493" y="7762976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{Job5Accomplishment1}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{Job5Accomplishment2}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{Job5Accomplishment3}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{Job5Accomplishment4}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{Job5Accomplishment5}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289</Words>
  <Application>Microsoft Office PowerPoint</Application>
  <PresentationFormat>Custom</PresentationFormat>
  <Paragraphs>83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Play</vt:lpstr>
      <vt:lpstr>Arial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Steven Kay</dc:creator>
  <cp:lastModifiedBy>Steven Kay</cp:lastModifiedBy>
  <cp:revision>14</cp:revision>
  <dcterms:created xsi:type="dcterms:W3CDTF">2024-11-27T00:02:08Z</dcterms:created>
  <dcterms:modified xsi:type="dcterms:W3CDTF">2026-04-11T19:33:12Z</dcterms:modified>
</cp:coreProperties>
</file>